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554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698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Árvore B em Memória Secundária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11827"/>
                </a:solidFill>
                <a:latin typeface="Calibri"/>
              </a:rPr>
              <a:t>Implementação de uma classe Árvore B de ordem m operando estritamente em disco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Algoritmos e Estruturas de Dados — AED-PG-2026 (5955001-3)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Prof. Dr. José Augusto Baranauskas — DCM / USP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Linguagem: C++17  ·  1º Semestre/2026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Alunos: Cássio Takarada  ·  Cézio Luiz Ferreira Junior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2. Roteiro da apresentação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Parte 1 — a estrutura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Contexto: por que disco e por que Árvore B.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Como um nó é organizado e como o arquivo é gravado.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Decisões de implementação (1 nó por I/O).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Os métodos: busca, inserção e remoção.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Demonstração ao vivo + grafos gerados.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Parte 2 — a avaliação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Experimentos, métricas e metodologia.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Impacto da ordem m (I/O e altura).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Resultados por operação e por tamanho do conjunto.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Reaproveitamento de nós (espaço).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Validação em dois sistemas + discussão (union) e conclusões.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3. O problema e os 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Enunciado: implementar uma classe Árvore B de ordem m que resida em MEMÓRIA SECUNDÁRIA (um arquivo em disco).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Restrição central: a árvore é lida/transferida em blocos — carregada parcialmente, NUNCA inteira na RAM. Cada operação toca um nó por vez.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Operações exigidas: busca, inserção e remoção completas, mantendo a árvore balanceada.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Instrumentação pedida: contar acessos ao disco e permitir monitorar a estrutura (impressão, altura, grafo).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Nosso objetivo extra: avaliar empiricamente o efeito de m e do tamanho do conjunto, e validar os resultados em mais de uma máquina.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4. Contexto — memória rápida × disco 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 memória RAM é rapidíssima, mas é pequena e volátil (some quando desliga).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 disco é enorme e permanente, porém MILHARES de vezes mais lento que a RAM.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Num banco de dados, o gargalo quase sempre é o disco — não a CPU.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Por isso a regra do trabalho: a árvore mora no disco e nunca é carregada inteira; cada passo lê ou escreve só um pedaço (um nó).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Consequência: para ser rápido, o segredo é fazer o MENOR número de acessos ao disco possível.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5. Contexto — índice e a métrica honesta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Um índice é o "sumário" que evita ler o arquivo inteiro: ele diz onde está cada registro.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 Árvore B é a estrutura de índice usada de fato por bancos de dados (MySQL, PostgreSQL) e por sistemas de arquivos.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 métrica que realmente importa NÃO é o relógio, e sim o NÚMERO DE ACESSOS AO DISCO — independe do hardware.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Por que o relógio engana: a escrita vai para o cache do sistema operacional, então o tempo medido varia com a máquina e a carga.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Toda a apresentação gira em torno de uma pergunta: como organizar o arquivo para responder buscas com o menor número de acessos?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6. Anatomia de um nó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Cada nó é um registro de TAMANHO FIXO, gravado e lido de uma vez só.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Campos: n (quantas chaves o nó tem), o vetor de ponteiros A[ ] (os RRN dos filhos) e o vetor de chaves K[ ] (os valores).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Um nó de ordem m guarda até m-1 chaves e até m filhos — por isso m maior = mais chaves por nó.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PAGE_SIZE = 1 inteiro + m ponteiros + m chaves. Esse tamanho fixo é o que permite achar qualquer nó por cálculo direto.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Regra de ouro: ler ou escrever UM nó = UM acesso ao disco.</a:t>
            </a:r>
          </a:p>
        </p:txBody>
      </p:sp>
      <p:pic>
        <p:nvPicPr>
          <p:cNvPr id="5" name="Picture 4" descr="chart_node_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2107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7. Layout do arquivo no disco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O arquivo é um VETOR de registros de tamanho fixo, numerados por RRN (Relative Record Number).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O registro 0 é o HEADER: guarda a raiz (root), o total de nós e a cabeça da lista de livres (free_head).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Para achar um nó: offset = RRN × PAGE_SIZE. Acesso direto, sem varrer o arquivo.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Nós removidos não somem: entram numa lista de livres encadeada no próprio arquivo, prontos para reuso.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Abrir o arquivo e já saber a raiz (no header) custa uma única leitura de metadado.</a:t>
            </a:r>
          </a:p>
        </p:txBody>
      </p:sp>
      <p:pic>
        <p:nvPicPr>
          <p:cNvPr id="5" name="Picture 4" descr="chart_file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2107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8. Decisões de 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2697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Ordem m é constante simbólica de compilação (M): estrutura totalmente parametrizada.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Raiz da árvore: armazenada no header (registro 0) do arquivo — campo root.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Um nó por I/O: readNode/writeNode de um registro de PAGE_SIZE; a árvore NUNCA é carregada inteira em memória.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Registro do nó: n  ·  A[0..m-1] (ponteiros RRN)  ·  K[0..m-1] (chaves).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Reaproveitamento de nós: estrutura = lista encadeada de livres (pilha LIFO) no próprio arquivo - free_head no header; cada nó livre marca n=-1 e aponta o próximo em K[1]; allocNode reusa antes de estender o arquivo.</a:t>
            </a:r>
          </a:p>
        </p:txBody>
      </p:sp>
      <p:pic>
        <p:nvPicPr>
          <p:cNvPr id="5" name="Picture 4" descr="m3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11247120" cy="24074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7789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(m=3) com 40 chaves — exportada do nosso código (Graphviz); cada caixa mostra o RRN do nó em disco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9. O DiskManager — um nó por I/O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Toda a conversa com o disco passa por uma única classe: o DiskManager.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readNode(rrn) / writeNode(rrn): leem e escrevem exatamente UM registro de PAGE_SIZE — nunca mais que isso.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É aqui que mora o CONTADOR DE ACESSOS: cada readNode/writeNode soma 1. Essa é a métrica central da avaliação.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readHeader / writeHeader: acessam o registro 0 (raiz, total, free_head).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Garantia de projeto: a árvore nunca é carregada inteira — a lógica da B-tree só enxerga o disco por meio do DiskManager.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10. Reaproveitamento — a lista de livres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Quando uma remoção libera um nó, ele não é descartado: vira um nó LIVRE.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freeNode(rrn): marca o nó com n = -1 e o encadeia na lista de livres, cuja cabeça (free_head) fica no header.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allocNode(): antes de crescer o arquivo, pega o primeiro nó da lista de livres (pilha LIFO) — só estende o arquivo se não houver livres.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Resultado: o arquivo reaproveita espaço em vez de inchar a cada remoção+inserção.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É um comportamento ligável (setReuse) — usamos isso para medir o ganho no experimento de churn.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11. Métodos — visão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Três operações principais, todas operando em disco: busca, inserção e remoção.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mSearch / mSearchPath — busca m-way da raiz à folha; retorna (RRN, índice, achou).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insertB — inserção bottom-up com propagação de split.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deleteB — remoção com sucessor in-order, redistribuição (empréstimo) e fusão (merge).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Auxiliares: splitNode, insertInNode, removeFromNode, findSuccessorLeaf.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Monitoramento: printTree (hierárquico), height, exportDot (Graphviz) e o contador de acessos.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Nos próximos slides, cada operação em detalhe.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12. Busca m-way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Em cada nó, as chaves dividem o universo em FAIXAS — como um dicionário que diz 'entre tal e tal palavra'.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Comparamos a chave buscada com as chaves do nó e descemos pelo ponteiro da faixa certa.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Repetimos nó a nó até achar a chave ou chegar a uma folha sem ela.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Custo: aproximadamente a ALTURA da árvore em acessos ao disco — pouquíssimos, porque a árvore é rasa.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No grafo: buscar 70 desce da raiz (40, 60) para o filho da direita — 2 acessos.</a:t>
            </a:r>
          </a:p>
        </p:txBody>
      </p:sp>
      <p:pic>
        <p:nvPicPr>
          <p:cNvPr id="5" name="Picture 4" descr="m3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11939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2595518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de ordem 3 — a busca segue um caminho da raiz à folha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13. Inserção 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 inserção é bottom-up: primeiro a busca encontra a FOLHA correta, depois inserimos a chave em ordem.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Se o nó couber, acabou. Se ESTOURAR (passa de m-1 chaves), fazemos o split.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Split: o nó cheio é dividido em dois e a chave do MEIO (mediana) SOBE para o nó pai.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Se o pai também estourar, o split se propaga para cima — e pode até criar uma nova raiz, aumentando a altura.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É exatamente esse mecanismo que mantém a árvore sempre BALANCEADA, sem precisar reorganizar tudo.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14. Remoção — sucessor, redistribuição e fusão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É a operação mais delicada. Se a chave está num nó INTERNO, trocamos pelo seu sucessor in-order (a menor chave à direita), reduzindo o caso ao de uma folha.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Ao remover de uma folha, o nó pode ficar ABAIXO DO MÍNIMO de chaves (underflow).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Reparo 1 — redistribuição: se um irmão tem chaves sobrando, pegamos uma emprestada (passando pelo pai).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Reparo 2 — fusão: se nenhum irmão pode emprestar, fundimos o nó com um irmão e puxamos uma chave do pai.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 fusão pode propagar o underflow para cima — no limite, a raiz encolhe e a árvore fica mais baixa.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15. Resumo — tudo que o código faz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Núcleo — Árvore B em disco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Árvore B de ordem m parametrizável (M em tempo de compilação).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Opera 100% em disco: 1 nó por I/O; nada é carregado em RAM.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Busca m-way (mSearch / mSearchPath).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Inserção bottom-up com split (insertB).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Remoção com sucessor, redistribuição e fusão (deleteB).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Persistência: header (root, total, free_head) + nós de tamanho fixo, acesso direto por RRN.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Extras / funcionalidades acessórias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Contador de acessos ao disco (métrica central da avaliação).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Reaproveitamento de nós via free list, com liga/desliga (setReuse).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Impressão hierárquica (printTree) e cálculo de altura (height).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Exportação Graphviz (exportDot) -&gt; imagens PNG dos grafos.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Medição de ocupação: total_nodes, free_nodes, fileSizeBytes.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Benchmark (bench): CSV com I/O, tempo CPU/IO (getrusage), altura, nós, tamanho.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Automação: run_all.sh + make_tables.py (tabelas/gráficos) + compare.py (2 máquinas).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Testes de stress + menu interativo (CRUD + métricas).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16. Demonstração — o programa rodando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Animação real: do `make M=3` (compilação) até cada item do menu da main.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Inserir · Buscar · Remover · ver Acessos ao disco · Imprimir árvore · Exportar grafo.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Repetimos com m=5: nós comportam mais chaves, a árvore fica mais rasa.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Tudo capturado da execução de verdade — sem montagem.</a:t>
            </a:r>
          </a:p>
        </p:txBody>
      </p:sp>
      <p:pic>
        <p:nvPicPr>
          <p:cNvPr id="5" name="Picture 4" descr="demo_btre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5145" y="2743200"/>
            <a:ext cx="5331229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6156480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make M=3/M=5 → menu interativo → grafo exportado pelo próprio programa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17. Grafos gerados pelo programa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2697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O programa exporta a árvore para Graphviz (exportDot) e gera a imagem do grafo.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Cada caixa é um nó GRAVADO NO DISCO — o número é o RRN (a posição do registro no arquivo).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m=3: no máximo 2 chaves por nó → mais níveis. m=5: até 4 chaves por nó → árvore mais rasa, menos acessos.</a:t>
            </a:r>
          </a:p>
        </p:txBody>
      </p:sp>
      <p:pic>
        <p:nvPicPr>
          <p:cNvPr id="5" name="Picture 4" descr="graphs_m3_m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601" y="3840480"/>
            <a:ext cx="8020318" cy="2423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936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Mesma sequência de chaves, duas ordens m — à direita a árvore é mais rasa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18. Os experimentos — a matriz de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1 - Impacto da ordem m: m em {3,4,5,8,16,32,64,100,128,256,512,1000}, N=10^5.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2 - Escala do conjunto: N em {10^3,10^4,10^5,10^6}, m em {3,100,1000}.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3 - Ocupação do arquivo: churn COM e SEM reaproveitamento.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4 - Tempo: CPU (user+sys) vs espera de I/O (getrusage).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Modos aleatório e sequencial em todos.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Novidade: validação em 2 máquinas (Notebook x Titan/USP) - disco idêntico.</a:t>
            </a:r>
          </a:p>
        </p:txBody>
      </p:sp>
      <p:pic>
        <p:nvPicPr>
          <p:cNvPr id="5" name="Picture 4" descr="chart_io_vs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18/36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19. Metodologia e ambiente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Driver não interativo (bench): roda inserção → busca → remoção e emite um CSV com todas as métricas.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Cada configuração é reconstruída do zero (arquivo novo), garantindo medições independentes.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Dois modos de carga: ALEATÓRIO (chaves embaralhadas) e SEQUENCIAL (em ordem) — estressam a árvore de formas diferentes.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Tempo medido com getrusage: separa CPU de usuário, CPU de sistema (syscalls de I/O) e espera de I/O.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Duas máquinas: meu Notebook e o servidor Titan (USP). Automação por run_all.sh + scripts Python.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Métrica de referência sempre o contador de acessos — determinístico e comparável entre máquinas.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20. Métricas utilizadas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Acessos ao disco - contador readNode+writeNode; total e média/op (métrica honesta de I/O).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Altura da árvore - nº de níveis (~ log_m N).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Ocupação - nós físicos, nós livres e tamanho em bytes.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Tempo de parede (wall) - relógio de alta resolução.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Tempo de CPU - usuário (lógica) e sistema (syscalls de I/O), via getrusage.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Espera de I/O - wall menos CPU.</a:t>
            </a:r>
          </a:p>
        </p:txBody>
      </p:sp>
      <p:pic>
        <p:nvPicPr>
          <p:cNvPr id="5" name="Picture 4" descr="chart_height_vs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21. Impacto da ordem m — I/O por busca (N=10^5)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5394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5169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altura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busca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inser.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rem.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arquivo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16.90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10.48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13.51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16.76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1,829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8.63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1,589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6.79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9.05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10.91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1,411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8.16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3.95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5.95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6.77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1,189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5.51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1,131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256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4.57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1,088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4.34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1,016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hart_io_vs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80160"/>
            <a:ext cx="5943600" cy="3307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I/O por busca cai de 13,25 (m=3, altura 14) para 2,00 (m&gt;=512, altura 2). Ganho satura por volta de m~64-128.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21/36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22. Impacto da ordem m — altura da árvore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 altura é o número de níveis — e quase iguala o número de acessos por busca.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Com m=3, a árvore tem 14 níveis para 100 mil chaves. É muito 'fundo' para uma estrutura de disco.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Aumentando m, a altura DESPENCA em degraus: poucos níveis bastam, porque cada nó comporta muito mais chaves.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 partir de m grande, a altura chega a 2 — não dá para ficar mais raso.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Altura baixa = poucos acessos = a razão de existir da Árvore B.</a:t>
            </a:r>
          </a:p>
        </p:txBody>
      </p:sp>
      <p:pic>
        <p:nvPicPr>
          <p:cNvPr id="5" name="Picture 4" descr="chart_height_vs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22/36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23. Resultados separados por operação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Mesmo experimento, agora separando inserção, busca e remoção.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 BUSCA é a mais barata: desce direto da raiz à folha (~altura acessos).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INSERÇÃO custa um pouco mais: além de descer, pode reescrever nós no caminho (split).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REMOÇÃO é a mais cara: pode ler irmãos para redistribuir/fundir nós (reparo de underflow).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As três caem junto com m — e todas saturam quando a árvore chega a 2-3 níveis.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Ou seja: o ganho de aumentar m vale para TODAS as operações, não só para a busca.</a:t>
            </a:r>
          </a:p>
        </p:txBody>
      </p:sp>
      <p:pic>
        <p:nvPicPr>
          <p:cNvPr id="5" name="Picture 4" descr="chart_phase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24. Escala do conjunto (N de mil a 1 milhão)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Agora fixamos a ordem e variamos o tamanho do conjunto N, de mil até um MILHÃO de chaves.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Mesmo multiplicando N por mil, o número de acessos por busca quase não muda.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Motivo: o custo é logarítmico na base m — dobrar/multiplicar os dados acrescenta no máximo um nível.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Com m grande, a curva fica praticamente plana: a estrutura aguenta bases enormes.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É a tradução prática de 'escalável': cresce o dado, não cresce o custo por operação.</a:t>
            </a:r>
          </a:p>
        </p:txBody>
      </p:sp>
      <p:pic>
        <p:nvPicPr>
          <p:cNvPr id="5" name="Picture 4" descr="chart_io_vs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25. Reaproveitamento de nós — resultado (churn)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5394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1078992"/>
                <a:gridCol w="1078992"/>
                <a:gridCol w="1078992"/>
                <a:gridCol w="1078992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sem reuso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com reuso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economia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3,407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2,404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29%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2,663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1,905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28%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1,931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hart_re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80160"/>
            <a:ext cx="5943600" cy="3307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 reaproveitamento de nós economiza ~27-30% do tamanho do arquivo neste workload.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26. Dois sistemas — comparação de tempo (wall)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5394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1078992"/>
                <a:gridCol w="1078992"/>
                <a:gridCol w="1078992"/>
                <a:gridCol w="1078992"/>
              </a:tblGrid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acessos disco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Notebook wall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Titan wall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4.982.252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6.05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7.78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0.78×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2.006.878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2.61 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2.23 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1.17×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1.346.869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2.02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1.48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1.36×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1.033.255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2.22 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1.96 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1.14×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hart_wall_mach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80160"/>
            <a:ext cx="5943600" cy="3307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Mesmo programa, mesmo arquivo, duas máquinas. Acessos a disco idênticos; só o tempo muda — o Titan (USP) é mais rápido, mas a CURVA tem a mesma forma.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27. Dois sistemas — CPU e prova de determinismo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Esquerda: o tempo é quase todo CPU de SISTEMA (chamadas de I/O ao SO), não espera de disco — efeito do cache de páginas. Por isso o relógio não é a métrica honesta.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Direita: cada ponto é (acessos no Notebook, acessos no Titan). TODOS caem na reta y=x — ou seja, o número de acessos é exatamente igual nas duas máquinas.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Conclusão: a implementação é determinística e portável; o hardware muda o tempo, nunca o comportamento lógico.</a:t>
            </a:r>
          </a:p>
        </p:txBody>
      </p:sp>
      <p:pic>
        <p:nvPicPr>
          <p:cNvPr id="5" name="Picture 4" descr="chart_cpu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274" y="3200400"/>
            <a:ext cx="5258252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56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CPU usuário vs sistema (I/O) nas 2 máquinas</a:t>
            </a:r>
          </a:p>
        </p:txBody>
      </p:sp>
      <p:pic>
        <p:nvPicPr>
          <p:cNvPr id="7" name="Picture 6" descr="chart_determin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154" y="3200400"/>
            <a:ext cx="5258252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6156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Acessos a disco idênticos — pontos sobre a reta y=x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28. Dois sistemas — validação cruzada (resumo)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Execução em duas máquinas: Notebook x Titan (USP).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Acessos a disco IDÊNTICOS nas duas — resultado determinístico, independente do hardware.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Apenas o tempo varia: wall time (inclui espera de I/O e carga) e tempo de CPU (user+sys, só o trabalho do processo).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Comparação automatizada via compare.py a partir dos CSVs de cada máquina.</a:t>
            </a:r>
          </a:p>
        </p:txBody>
      </p:sp>
      <p:pic>
        <p:nvPicPr>
          <p:cNvPr id="5" name="Picture 4" descr="chart_mach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29. Dois sistemas — escala do conjunto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Agora variando N de mil a um MILHÃO de chaves (ordem m=100), nas duas máquinas.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Multiplicamos N por 1000 e o tempo de busca cresce devagar — porque a árvore é logarítmica na base m.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As duas máquinas mantêm a mesma tendência; o Titan fica abaixo (mais rápido), em paralelo.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É a prova prática de escalabilidade: a estrutura aguenta bases grandes sem explodir o custo.</a:t>
            </a:r>
          </a:p>
        </p:txBody>
      </p:sp>
      <p:pic>
        <p:nvPicPr>
          <p:cNvPr id="5" name="Picture 4" descr="chart_scale_mach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30. E se usássemos union no header? (sugestão do prof.)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Como está hoje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Header { root, total, free_head } e BNode { n, A[], K[] } são dois tipos SEPARADOS.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Toda E/S serializa campo a campo com memcpy (readHeader/writeHeader/readNode/writeNode).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O registro 0 (header) usa só 12 bytes, mas reserva uma página inteira (PAGE_SIZE) para manter o RRN uniforme: offset = rrn × PAGE_SIZE.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O nó LIVRE "esconde" o ponteiro do próximo em K[1] (com n = -1) — funciona, mas é implícito.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Com union { Header; BNode; FreeNode; }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Um único tipo Página: todos os registros (header e nós) compartilham a MESMA página de tamanho fixo — garantido em tempo de compilação por sizeof.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Lê/escreve a página inteira de uma vez e a interpreta como header (RRN 0) ou nó (RRN ≥ 1): some a serialização campo a campo → menos código e menos bugs de offset (justo as dificuldades que tivemos).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A lista de livres ganha um campo explícito FreeNode.next no lugar do "K[1] mágico" → autodocumentado.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Custo: gravar struct cru depende de layout/padding/endianness → menos portável (a validação Notebook×Titan supõe layout igual); ler membro ≠ do escrito é UB em C++ — mitiga-se com memcpy / std::bit_cast.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Veredito: página uniforme e código enxuto, em troca de cuidado com a portabilidade do binário.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31. Dificuldades técnicas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Indexação 1-based dos nós (RRN 0 é o header): exigiu cuidado em todo cálculo de posição.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Remoção: manter o caminho (path) na ordem certa para reparar o underflow foi a parte mais difícil.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eofbit do fstream: uma leitura no fim do arquivo deixava o stream em estado de erro e fazia leituras seguintes falharem em silêncio — resolvido com clear().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Garantir de verdade 1 nó por I/O: nenhuma estrutura podia 'esconder' a árvore em RAM.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Serialização campo a campo (memcpy): funciona, mas é verbosa e propensa a erros de offset — daí a sugestão do union.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32. Vantagens × Desvantagens (trade-offs)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Vantagens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Altura baixa → pouquíssimos acessos ao disco.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Sempre balanceada, sem reorganização global.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Ideal para memória secundária e índices de SGBD.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Determinística: mesmo resultado em qualquer máquina.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Reaproveitamento de espaço via lista de livres.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Desvantagens / custos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Nós podem ficar subocupados (~50% no caso sequencial).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Remoção é complexa (sucessor, redistribuição, fusão).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Para m muito grande, varrer as chaves dentro do nó passa a custar CPU.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Trade-off central: m maior → menos I/O, mas mais CPU por nó.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Existe, portanto, um m ÓTIMO (nó do tamanho de um bloco de disco).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33. Aplicações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Índices de SGBDs: B-tree / B+ tree são a base dos índices de MySQL/InnoDB, PostgreSQL, Oracle e SQL Server.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Sistemas de arquivos: NTFS, HFS+/APFS, ext4 (HTree) e Btrfs usam B-trees para diretórios e metadados.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Armazenamento chave-valor / embarcado: BerkeleyDB, SQLite, LMDB.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Onde eu usaria: como índice (primário ou secundário) de um banco de dados em disco - exatamente o cenário deste trabalho.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34. Ferramentas utilizadas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Implementação &amp; experimentos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Linguagem: C++17 (g++ -O2) — núcleo da Árvore B em disco.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Build: GNU Make (parametriza a ordem via -DM=&lt;m&gt;).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Persistência: std::fstream (arquivo binário, registros de tamanho fixo).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Graphviz (dot): renderiza os grafos exportados pelo programa (exportDot).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Python 3 + matplotlib / numpy: gráficos dos experimentos.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Pillow (PIL): montagem dos GIFs da demonstração.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python-pptx + reportlab: geração automática dos slides (PPTX e PDF).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Bash: run_all.sh automatiza a suíte; getrusage mede CPU/I/O.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Git/GitHub: versionamento. Validação cruzada: Notebook + servidor Titan (USP).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Processo &amp; reprodutibilidade</a:t>
            </a:r>
          </a:p>
          <a:p>
            <a:r>
              <a:rPr sz="1250" b="0">
                <a:solidFill>
                  <a:srgbClr val="111827"/>
                </a:solidFill>
                <a:latin typeface="Calibri"/>
              </a:rPr>
              <a:t>•  Versionamento com Git</a:t>
            </a:r>
          </a:p>
          <a:p>
            <a:r>
              <a:rPr sz="1250" b="0">
                <a:solidFill>
                  <a:srgbClr val="111827"/>
                </a:solidFill>
                <a:latin typeface="Calibri"/>
              </a:rPr>
              <a:t>•  Experimentos reprodutíveis (CSV)</a:t>
            </a:r>
          </a:p>
          <a:p>
            <a:r>
              <a:rPr sz="1250" b="0">
                <a:solidFill>
                  <a:srgbClr val="111827"/>
                </a:solidFill>
                <a:latin typeface="Calibri"/>
              </a:rPr>
              <a:t>•  Build parametrizável: make M=&lt;ordem&gt;</a:t>
            </a:r>
          </a:p>
          <a:p>
            <a:r>
              <a:rPr sz="1250" b="0">
                <a:solidFill>
                  <a:srgbClr val="111827"/>
                </a:solidFill>
                <a:latin typeface="Calibri"/>
              </a:rPr>
              <a:t>•  Validação cruzada em 2 máquinas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35. 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Implementamos uma Árvore B que opera estritamente em disco, com 1 nó por I/O — exatamente como o enunciado pede.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Achado 1: o I/O por operação cai com m até SATURAR (~ m=64-128). Existe um m ótimo — o nó dimensionado para um bloco de disco.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Achado 2: o reaproveitamento de nós (free list) economiza ~27-30% do tamanho do arquivo no workload de churn.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Achado 3: resultados DETERMINÍSTICOS — acessos a disco idênticos em 2 máquinas (Notebook x Titan/USP); só o tempo varia.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Mensagem final: a Árvore B é rasa, balanceada e econômica em acessos — por isso é a base de bancos de dados e sistemas de arquivos.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36. Referências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Comer, D. (1979). The Ubiquitous B-Tree. ACM Computing Surveys, 11(2), 121-137.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Knuth, D. The Art of Computer Programming, Vol. 3 — Sorting and Searching.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Folk, M. &amp; Zoellick, B. File Structures.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Bayer, R. &amp; McCreight, E. (1972). Organization and Maintenance of Large Ordered Indexes.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Baranauskas, J. A. Slides AED-PG-2026 (Árvores B). DCM / USP.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Obrigado! Ficamos à disposição para perguntas.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